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467d0df9-e8a6-42e8-9c31-af580f46404c.fntdata" /><ns0:Relationship Id="rIdFont20" Type="http://schemas.openxmlformats.org/officeDocument/2006/relationships/font" Target="fonts/a9692304-1f1b-4e85-838c-5b0ac4355fb3.fntdata" /><ns0:Relationship Id="rIdFont21" Type="http://schemas.openxmlformats.org/officeDocument/2006/relationships/font" Target="fonts/87dcc0fe-d4ed-4f83-8428-4d36122c31d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03390"/>
            <a:ext cx="10668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68809"/>
            <a:ext cx="2352675" cy="28575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50339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0325" y="4851052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18315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Optimasi Memori &amp; Minimasi Garbage Collector di Lucee CFML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50890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Strategi pengkodean tingkat lanjut untuk mengalokasikan data ke Stack Memory dan mencegah penumpukan beban pada Heap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25959"/>
            <a:ext cx="2143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Plus Jakarta Sans"/>
              </a:rPr>
              <a:t>LUCEE CFML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8975" y="1725959"/>
            <a:ext cx="196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• JVM Optimization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817715"/>
            <a:ext cx="1916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Target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89165"/>
            <a:ext cx="1916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Lucee 5.x / 6.x (JVM)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4817715"/>
            <a:ext cx="3000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Fokus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4650" y="4989165"/>
            <a:ext cx="3000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Heap vs Stack &amp; Escape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4682"/>
            <a:ext cx="5334000" cy="2402085"/>
          </a:xfrm>
          <a:prstGeom prst="roundRect">
            <a:avLst>
              <a:gd name="adj" fmla="val 634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94682"/>
            <a:ext cx="5334000" cy="2402085"/>
          </a:xfrm>
          <a:prstGeom prst="roundRect">
            <a:avLst>
              <a:gd name="adj" fmla="val 6344"/>
            </a:avLst>
          </a:prstGeom>
          <a:solidFill>
            <a:srgbClr val="FFFFFF"/>
          </a:solidFill>
          <a:ln w="190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3018532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01853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2" y="3113782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212" y="3113782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396805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428238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459670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3968055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428238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4596705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ARSITEKTUR JVM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Anatomi Memori: Stack vs Heap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551932"/>
            <a:ext cx="58578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Eksekusi Cepat &amp; Otomatis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3551932"/>
            <a:ext cx="56197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Penyimpanan Objek Kompleks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" y="3075682"/>
            <a:ext cx="192524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Stack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3944242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Menyimpan variabel primitif &amp; referensi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25856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Dihapus langsung saat fungsi selesai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050" y="4572892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Bebas dari kelola Garbage Collector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550" y="3075682"/>
            <a:ext cx="186273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Heap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9900" y="3944242"/>
            <a:ext cx="53721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Menyimpan Struct, Array, Query, CFC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4258567"/>
            <a:ext cx="53721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Bertahan sampai dibersihkan GC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4572892"/>
            <a:ext cx="53721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Sumber utama OutOfMemoryError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3237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43237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3237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57562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57562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5756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KUNCI UTAMA OPTIMASI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Mengunci Scope dengan `var` dan `local`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5761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Isolasi Variabel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7193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Mencegah kebocoran data ke variables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5761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Escape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719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Memicu JVM menyimpan nilai di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57612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Siklus Hidup Pendek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719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Memory langsung terbebas tanpa GC.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9400"/>
            <a:ext cx="537210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05125"/>
            <a:ext cx="53721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3371850"/>
            <a:ext cx="4895850" cy="99060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48425" y="3457575"/>
            <a:ext cx="4895850" cy="819150"/>
          </a:xfrm>
          <a:prstGeom prst="roundRect">
            <a:avLst>
              <a:gd name="adj" fmla="val 930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86100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171825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POLA KODE EFISIEN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Menghindari Alokasi Objek di Dalam Looping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57525"/>
            <a:ext cx="6119812" cy="20002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Plus Jakarta Sans"/>
              </a:rPr>
              <a:t>HINDAI: Alokasi Objek Berulang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524250"/>
            <a:ext cx="46863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JetBrains Mono"/>
              </a:rPr>
              <a:t>cfloop(from=1, to=100000, index="i") {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var item = { id: i, flag: true };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  prosesData(item);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76750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Membuat 100.000 Struct baru di Heap. Memicu GC Pause tinggi.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143250"/>
            <a:ext cx="5743575" cy="20002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SARAN: Reuse / Pass Parameter Primitif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609975"/>
            <a:ext cx="4686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JetBrains Mono"/>
              </a:rPr>
              <a:t>cfloop(from=1, to=100000, index="i") {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b="0" sz="1050" i="0" u="none">
                <a:solidFill>
                  <a:srgbClr val="4ADE80"/>
                </a:solidFill>
                <a:latin typeface="JetBrains Mono"/>
              </a:rPr>
              <a:t>prosesData(i, true);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391025"/>
            <a:ext cx="5743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Mengirim variabel nilai langsung. Zero alokasi Struct tambahan.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00462" y="4186237"/>
            <a:ext cx="2333625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38887" y="4186237"/>
            <a:ext cx="215265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Membatasi Ukuran Resultset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487" y="2471737"/>
            <a:ext cx="5488781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2563EB"/>
                </a:solidFill>
                <a:latin typeface="Plus Jakarta Sans"/>
              </a:rPr>
              <a:t>maxRows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1656" y="3538537"/>
            <a:ext cx="85486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34155"/>
                </a:solidFill>
                <a:latin typeface="Plus Jakarta Sans"/>
              </a:rPr>
              <a:t>Cegah penumpukan jutaan record sekaligus ke dalam Heap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4787" y="4386262"/>
            <a:ext cx="2131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Gunakan Pagination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4787" y="4624387"/>
            <a:ext cx="2131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Ambil data secara bertahap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3212" y="4386262"/>
            <a:ext cx="190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Spesifik Kolom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3212" y="4624387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Hindari query `SELECT *`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0362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00362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00362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146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146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146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32898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332898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537" y="3328987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ARSITEKTUR OBJEK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Manajemen Daur Hidup Component (CFC)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623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Service Singleton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7671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Instansiasi CFC stateless sekali di Application Scope.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623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Avoid Transient Spikes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7671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Hindari `createObject()` berulang di dalam siklus cepat.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623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Clean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7671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Hapus referensi Objek besar setelah selesai dipakai.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81362"/>
            <a:ext cx="3340149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25999" y="3281362"/>
            <a:ext cx="3340149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42399" y="3281362"/>
            <a:ext cx="3340149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49" y="3800475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549" y="3800475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PENANGANAN FILE BESAR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Streaming Data vs Full Memory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509962"/>
            <a:ext cx="29781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LANGKAH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599" y="3509962"/>
            <a:ext cx="29781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LANGKAH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0999" y="3509962"/>
            <a:ext cx="29781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LANGKAH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95712"/>
            <a:ext cx="3758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fileOpen()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90987"/>
            <a:ext cx="35798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Buka stream file tanpa muat ke Heap.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4124" y="3795712"/>
            <a:ext cx="3758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fileReadLine()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4124" y="4090987"/>
            <a:ext cx="35798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Baca dan proses data baris demi baris.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524" y="3795712"/>
            <a:ext cx="3711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fileClose()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0524" y="4090987"/>
            <a:ext cx="35798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Tutup stream secara eksplisit.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5334000" cy="1438275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76587"/>
            <a:ext cx="5334000" cy="1438275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TINGKAT LANJUT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Optimasi dengan `JavaCast` Primitif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90912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Mencegah Auto-Boxing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4333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Gunakan `JavaCast("int", value)` untuk interop Java agar terhindar dari pembungkusan ke Objek `java.lang.Integer` di Heap.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490912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Java Array Primitif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84333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Untuk pemrosesan angka skala besar, manfaatkan `int[]` bawaan Java daripada Array CFML yang berbasis Objek.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38862" y="3514725"/>
            <a:ext cx="9525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EFISIENSI KOMPUTASI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Strategi Caching Tanpa Membebani 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190" y="3414712"/>
            <a:ext cx="4607718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2563EB"/>
                </a:solidFill>
                <a:latin typeface="Plus Jakarta Sans"/>
              </a:rPr>
              <a:t>cachedWithin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190" y="4157662"/>
            <a:ext cx="4607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Plus Jakarta Sans"/>
              </a:rPr>
              <a:t>Reuse Query Hasil Komputasi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8246" y="3414712"/>
            <a:ext cx="4488656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59669"/>
                </a:solidFill>
                <a:latin typeface="Plus Jakarta Sans"/>
              </a:rPr>
              <a:t>Redis Offload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8246" y="4157662"/>
            <a:ext cx="44886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Plus Jakarta Sans"/>
              </a:rPr>
              <a:t>Pindahkan Cache Luar JVM Heap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2250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81400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00550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3813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2005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95275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77190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91050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DAFTAR LARANGAN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Anti-Pattern Penyebab OutOfMemoryError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2952750"/>
            <a:ext cx="10306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lus Jakarta Sans"/>
              </a:rPr>
              <a:t>Session Bloat:</a:t>
            </a:r>
            <a:r>
              <a:rPr b="1" sz="1800" i="0" u="none">
                <a:solidFill>
                  <a:srgbClr val="DC2626"/>
                </a:solidFill>
                <a:latin typeface="Plus Jakarta Sans"/>
              </a:rPr>
              <a:t> Menyimpan Query resultset besar di dalam Session scope.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3771900"/>
            <a:ext cx="10306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lus Jakarta Sans"/>
              </a:rPr>
              <a:t>Un-scoped Variables:</a:t>
            </a:r>
            <a:r>
              <a:rPr b="1" sz="1800" i="0" u="none">
                <a:solidFill>
                  <a:srgbClr val="DC2626"/>
                </a:solidFill>
                <a:latin typeface="Plus Jakarta Sans"/>
              </a:rPr>
              <a:t> Lupa mendeklarasikan `var` di dalam fungsi CFC.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4591050"/>
            <a:ext cx="10306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lus Jakarta Sans"/>
              </a:rPr>
              <a:t>Infinite Closure Leak:</a:t>
            </a:r>
            <a:r>
              <a:rPr b="1" sz="1800" i="0" u="none">
                <a:solidFill>
                  <a:srgbClr val="DC2626"/>
                </a:solidFill>
                <a:latin typeface="Plus Jakarta Sans"/>
              </a:rPr>
              <a:t> Menyiapkan closure yang menahan referensi konteks eksternal.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53340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76587"/>
            <a:ext cx="53340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DIAGNOSTIK MEMORI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Deteksi &amp; Profiling Kebocoran Memori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52812"/>
            <a:ext cx="62757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Lucee Admin Heap Dump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05237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Ekstrak snapshot memori Heap saat server mengalami beban tinggi untuk menemukan objek dominan.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452812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Tools Analisis 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805237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Gunakan Eclipse MAT (Memory Analyzer) atau VisualVM untuk melacak instansiasi objek terbanyak.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81250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533650"/>
            <a:ext cx="3810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95487" y="3219450"/>
            <a:ext cx="820102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Plus Jakarta Sans"/>
              </a:rPr>
              <a:t>Tulis Kode Lucee Efisien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905250"/>
            <a:ext cx="77390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Gunakan `var`, batasi ukuran data, manfaatkan streaming, dan biarkan JVM bekerja secara optimal di Stack Memory.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